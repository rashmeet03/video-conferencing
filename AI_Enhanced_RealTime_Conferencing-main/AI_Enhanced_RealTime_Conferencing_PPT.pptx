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AI-Enhanced Real-Time Conferencing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OpenCV &amp; Machine Learning</a:t>
            </a:r>
          </a:p>
          <a:p>
            <a:r>
              <a:t>Project Guide: Mr. Mukesh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secure, intelligent peer-to-peer video conferencing system built with MERN stack and WebRTC.</a:t>
            </a:r>
          </a:p>
          <a:p>
            <a:r>
              <a:t>- AI-powered transcription, translation, and summarization</a:t>
            </a:r>
          </a:p>
          <a:p>
            <a:r>
              <a:t>- Real-time collaborative whiteboard</a:t>
            </a:r>
          </a:p>
          <a:p>
            <a:r>
              <a:t>- OpenCV &amp; ML: emotion detection, background removal, gestures</a:t>
            </a:r>
          </a:p>
          <a:p>
            <a:r>
              <a:t>- Target: Education, Business, Telehealth, Remote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Secure end-to-end encrypted communication</a:t>
            </a:r>
          </a:p>
          <a:p>
            <a:r>
              <a:t>- Real-time collaborative whiteboard</a:t>
            </a:r>
          </a:p>
          <a:p>
            <a:r>
              <a:t>- AI transcription &amp; multilingual translation</a:t>
            </a:r>
          </a:p>
          <a:p>
            <a:r>
              <a:t>- Automated GPT/NLP summaries</a:t>
            </a:r>
          </a:p>
          <a:p>
            <a:r>
              <a:t>- OpenCV features: emotion, background blur, gestures</a:t>
            </a:r>
          </a:p>
          <a:p>
            <a:r>
              <a:t>- Scalable MERN-based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Combines video conferencing, collaboration, AI, and computer vision</a:t>
            </a:r>
          </a:p>
          <a:p>
            <a:r>
              <a:t>- Features: Secure streaming, chat, whiteboard, AI transcripts, CV analytics</a:t>
            </a:r>
          </a:p>
          <a:p>
            <a:r>
              <a:t>- Domains: Education, Business, Telehealth, Global Teams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Requirement Analysis</a:t>
            </a:r>
          </a:p>
          <a:p>
            <a:r>
              <a:t>2. System Design (MERN + WebRTC)</a:t>
            </a:r>
          </a:p>
          <a:p>
            <a:r>
              <a:t>3. Backend (Node.js, Express, MongoDB)</a:t>
            </a:r>
          </a:p>
          <a:p>
            <a:r>
              <a:t>4. Frontend (React, WebRTC UI)</a:t>
            </a:r>
          </a:p>
          <a:p>
            <a:r>
              <a:t>5. AI Integration: STT, Translation, GPT Summaries</a:t>
            </a:r>
          </a:p>
          <a:p>
            <a:r>
              <a:t>6. OpenCV: Emotion, Background, Gestures</a:t>
            </a:r>
          </a:p>
          <a:p>
            <a:r>
              <a:t>7. Testing &amp;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MERN stack backend</a:t>
            </a:r>
          </a:p>
          <a:p>
            <a:r>
              <a:t>- WebRTC peer-to-peer streaming</a:t>
            </a:r>
          </a:p>
          <a:p>
            <a:r>
              <a:t>- AI services: Whisper/Google STT, GPT, Translation</a:t>
            </a:r>
          </a:p>
          <a:p>
            <a:r>
              <a:t>- OpenCV modules for CV features</a:t>
            </a:r>
          </a:p>
          <a:p>
            <a:r>
              <a:t>- Collaborative tools via DataChannels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OpenCV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Emotion detection (FER models)</a:t>
            </a:r>
          </a:p>
          <a:p>
            <a:r>
              <a:t>- Smart background blur/replacement</a:t>
            </a:r>
          </a:p>
          <a:p>
            <a:r>
              <a:t>- Gesture recognition (raise hand, thumbs-up)</a:t>
            </a:r>
          </a:p>
          <a:p>
            <a:r>
              <a:t>- Participant engagement analytics</a:t>
            </a:r>
          </a:p>
          <a:p>
            <a:r>
              <a:t>- Enhanced accessibility &amp; inclusivity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Secure, low-latency encrypted calls</a:t>
            </a:r>
          </a:p>
          <a:p>
            <a:r>
              <a:t>- Collaborative whiteboard</a:t>
            </a:r>
          </a:p>
          <a:p>
            <a:r>
              <a:t>- Live transcription &amp; translation</a:t>
            </a:r>
          </a:p>
          <a:p>
            <a:r>
              <a:t>- AI-generated meeting notes</a:t>
            </a:r>
          </a:p>
          <a:p>
            <a:r>
              <a:t>- Emotion-aware analytics, gesture-based controls</a:t>
            </a:r>
          </a:p>
          <a:p>
            <a:r>
              <a:t>- Cross-platform responsive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Advanced emotion &amp; sentiment recognition</a:t>
            </a:r>
          </a:p>
          <a:p>
            <a:r>
              <a:t>- AI-driven smart moderation (toxicity, bias detection)</a:t>
            </a:r>
          </a:p>
          <a:p>
            <a:r>
              <a:t>- AR/VR collaboration spaces</a:t>
            </a:r>
          </a:p>
          <a:p>
            <a:r>
              <a:t>- Predictive productivity analytics</a:t>
            </a:r>
          </a:p>
          <a:p>
            <a:r>
              <a:t>- Scalable SFU-based deployment for large meetings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Integrating AI, WebRTC, MERN, and OpenCV creates the next-generation conferencing platform.</a:t>
            </a:r>
          </a:p>
          <a:p>
            <a:r>
              <a:t>- Secure, intelligent, inclusive</a:t>
            </a:r>
          </a:p>
          <a:p>
            <a:r>
              <a:t>- Enhances productivity and collaboration</a:t>
            </a:r>
          </a:p>
          <a:p>
            <a:r>
              <a:t>- Valuable for education, business, and remote teamwork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